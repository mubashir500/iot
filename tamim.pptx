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88825" cy="6872226"/>
            <a:chOff x="0" y="0"/>
            <a:chExt cx="12188825" cy="6872226"/>
          </a:xfrm>
        </p:grpSpPr>
        <p:pic>
          <p:nvPicPr>
            <p:cNvPr id="9" name="Picture 8" descr="HD-PanelTitle-V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" r="47673"/>
            <a:stretch/>
          </p:blipFill>
          <p:spPr>
            <a:xfrm rot="5400000">
              <a:off x="5245268" y="530352"/>
              <a:ext cx="1673352" cy="612648"/>
            </a:xfrm>
            <a:prstGeom prst="rect">
              <a:avLst/>
            </a:prstGeom>
          </p:spPr>
        </p:pic>
        <p:pic>
          <p:nvPicPr>
            <p:cNvPr id="18" name="Picture 17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8819"/>
            <a:stretch/>
          </p:blipFill>
          <p:spPr>
            <a:xfrm rot="5400000">
              <a:off x="5263556" y="5747514"/>
              <a:ext cx="1636776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3/4/2025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3/4/2025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3/4/2025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88825" cy="6856215"/>
            <a:chOff x="0" y="0"/>
            <a:chExt cx="12188825" cy="6856215"/>
          </a:xfrm>
        </p:grpSpPr>
        <p:pic>
          <p:nvPicPr>
            <p:cNvPr id="8" name="Picture 7" descr="HD-PanelContent-V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1" y="76265"/>
              <a:ext cx="758952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0" y="6173526"/>
              <a:ext cx="758952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3/4/2025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9900" smtClean="0"/>
              <a:t>tamim</a:t>
            </a:r>
            <a:endParaRPr lang="en-US" sz="9900" dirty="0"/>
          </a:p>
        </p:txBody>
      </p:sp>
    </p:spTree>
    <p:extLst>
      <p:ext uri="{BB962C8B-B14F-4D97-AF65-F5344CB8AC3E}">
        <p14:creationId xmlns:p14="http://schemas.microsoft.com/office/powerpoint/2010/main" val="68477338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B15E28"/>
      </a:accent1>
      <a:accent2>
        <a:srgbClr val="B13228"/>
      </a:accent2>
      <a:accent3>
        <a:srgbClr val="8B7B56"/>
      </a:accent3>
      <a:accent4>
        <a:srgbClr val="E09C41"/>
      </a:accent4>
      <a:accent5>
        <a:srgbClr val="9EAE51"/>
      </a:accent5>
      <a:accent6>
        <a:srgbClr val="6E7355"/>
      </a:accent6>
      <a:hlink>
        <a:srgbClr val="D37A21"/>
      </a:hlink>
      <a:folHlink>
        <a:srgbClr val="CA8F55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039A4B3-0617-4CFC-B614-27363ECC28A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3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Garamond</vt:lpstr>
      <vt:lpstr>Organic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1</cp:revision>
  <dcterms:created xsi:type="dcterms:W3CDTF">2024-10-18T13:00:53Z</dcterms:created>
  <dcterms:modified xsi:type="dcterms:W3CDTF">2025-03-04T08:26:06Z</dcterms:modified>
</cp:coreProperties>
</file>